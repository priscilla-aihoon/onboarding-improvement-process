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tmp" ContentType="image/x-e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1" d="100"/>
          <a:sy n="71" d="100"/>
        </p:scale>
        <p:origin x="286" y="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BCB0FC-211D-AF85-25A8-FA2DE5D85C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287A87-07F5-AAE4-4789-D1651C2846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8D86D3-9222-1E49-581E-51E260D1AA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EFF1A7-40E9-48F6-9E57-D35DEF3A782A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6D9A9B-A5F2-33D7-7ADA-2DFC78B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4A424A-DE2D-25A1-4D40-ADB09E1825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62C7A1-9A54-4F1C-8895-3CF819ECEE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22762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632C05-7A18-85B5-90EC-E8D1C7F706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A1E486-073C-C927-1206-1970AC1905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F98F43-64B0-E4EA-44DA-B1630451B9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EFF1A7-40E9-48F6-9E57-D35DEF3A782A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3E8AD6-8AD7-14C6-F01A-A01ACDF2E8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F5ADB2-2ABE-C737-A6DE-55DF087EF9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62C7A1-9A54-4F1C-8895-3CF819ECEE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27604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AF3ECA-3F14-0270-8F84-A837BDDF01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3FD955-C877-E4F1-7789-8754B0E743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54585E-8878-B45F-9647-D498FCFDC5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EFF1A7-40E9-48F6-9E57-D35DEF3A782A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F72648-AC6E-6A66-D343-F178118BC7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5C522F-4712-B81E-4761-BE7BCDBE6A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62C7A1-9A54-4F1C-8895-3CF819ECEE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56996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48E524-4329-547F-2160-4EA451A093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91DDAA-83E1-48B9-6C90-21E9F1B105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9772F1-E5A4-03D0-4F22-9BDB50F09E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E39650-7719-B1E4-A567-4A5DDA84D2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EFF1A7-40E9-48F6-9E57-D35DEF3A782A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C2A7CA-D76F-5BF4-4033-0107AFDF23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34A44F-7169-433A-F295-A68596FE25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62C7A1-9A54-4F1C-8895-3CF819ECEE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8579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2C0639-A905-2852-36B4-010F1D696D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44673D-8E81-EBA8-A4F6-A8647EC8CC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698251-CA3E-57F1-67D6-B5F183C4D5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EE7C7B7-6527-81B4-0083-6E823A34603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E52FD20-6330-D230-AEC2-1923B052BF4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1C82038-1FA6-B96B-6E7D-90E03B0392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EFF1A7-40E9-48F6-9E57-D35DEF3A782A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BA958E0-E46F-6F4F-9DBA-D5338F25D8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D3E2F9C-0465-FFEE-26BB-BFD24FD84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62C7A1-9A54-4F1C-8895-3CF819ECEE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96200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E883B9-5587-1B63-F472-C2D657ED1D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ADC8B60-D67E-5779-824A-4695788773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EFF1A7-40E9-48F6-9E57-D35DEF3A782A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475836-2EA2-6E59-2F20-BA53224521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293E288-08E8-42C2-5348-492AD63654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62C7A1-9A54-4F1C-8895-3CF819ECEE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1782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4B2F09E-296A-F379-77B2-1C2D25695A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EFF1A7-40E9-48F6-9E57-D35DEF3A782A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DE84DE2-AEA3-ACBA-2F7B-FF46EA8FE1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16CABA-D852-A4FB-7058-F08C862D7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62C7A1-9A54-4F1C-8895-3CF819ECEE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24724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31D6A9-D2FE-A1B8-0FC6-EA311239CB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B0B099-6BD5-91F3-812F-603DFAA81D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6DCE7F-1D45-396B-254A-4D9353C8D4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7D45C3-7069-42CF-1513-453053D6C2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EFF1A7-40E9-48F6-9E57-D35DEF3A782A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ED1836-063D-0BDF-C0EF-0333EF8B3D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2FE5BA-2086-0604-62F7-82D904E3D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62C7A1-9A54-4F1C-8895-3CF819ECEE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02507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9D6208-759D-240D-3834-CC495E683C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8DE54E2-FE55-45DC-9A4F-8CD4E03848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EEDC58-C3D8-55E0-09AD-3FFFB9E2B4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CEB2D4-0F52-FA87-769B-334660CD16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EFF1A7-40E9-48F6-9E57-D35DEF3A782A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6DB38F-4209-083B-A0A1-88B7CC9960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A7EB66-C1A1-7C2E-44E4-065CBBAB9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62C7A1-9A54-4F1C-8895-3CF819ECEE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57919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F708F6-6898-4ED1-C704-30C74A5E5C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5CDB717-AC44-8E9F-42BD-78AA409DC9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3277C3-B230-90C0-C081-11376965AC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EFF1A7-40E9-48F6-9E57-D35DEF3A782A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F0E491-BBA2-2813-3910-6E4C41C0DE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D80296-CCF8-2DFB-0310-74253EB15F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62C7A1-9A54-4F1C-8895-3CF819ECEE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83256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7542AB6-F8BC-31DE-B933-81FB34BE28C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9C18F2-96B3-5965-B20A-21C0196964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7D07A1-FD31-C67A-C782-717A14DE8F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EFF1A7-40E9-48F6-9E57-D35DEF3A782A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24CAC1-35C2-C9E8-D3CF-7FDB85A562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97C6DE-1E73-8E97-FB03-9AF61CAE44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62C7A1-9A54-4F1C-8895-3CF819ECEE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46754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4D358EA-372F-9169-F66F-42C8C47E1B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C7F90E-A459-C495-13E5-3489029C3C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16B46C-55FA-E0CF-C2EC-139A16CDCEF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EFF1A7-40E9-48F6-9E57-D35DEF3A782A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30A721-E079-F01F-9600-FDDBD9C940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63B971-E1C9-9728-F34F-A6E91AD1DC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662C7A1-9A54-4F1C-8895-3CF819ECEE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11866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mp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2D162E2-49FA-3D7D-A0BE-3FF2C0A2691F}"/>
              </a:ext>
            </a:extLst>
          </p:cNvPr>
          <p:cNvPicPr>
            <a:picLocks/>
          </p:cNvPicPr>
          <p:nvPr/>
        </p:nvPicPr>
        <p:blipFill>
          <a:blip r:embed="rId2"/>
          <a:srcRect l="3951" t="3376" r="2390" b="10254"/>
          <a:stretch>
            <a:fillRect/>
          </a:stretch>
        </p:blipFill>
        <p:spPr>
          <a:xfrm>
            <a:off x="283080" y="157540"/>
            <a:ext cx="11706318" cy="6372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082270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Priscilla Aihoon</dc:creator>
  <cp:lastModifiedBy>Priscilla Aihoon</cp:lastModifiedBy>
  <cp:revision>1</cp:revision>
  <dcterms:created xsi:type="dcterms:W3CDTF">2025-11-25T00:11:00Z</dcterms:created>
  <dcterms:modified xsi:type="dcterms:W3CDTF">2025-11-25T00:12:11Z</dcterms:modified>
</cp:coreProperties>
</file>