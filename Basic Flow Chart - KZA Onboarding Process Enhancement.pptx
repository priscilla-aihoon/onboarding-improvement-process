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x-e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28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6735A-0485-416B-38C8-40DC12F3B1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F693FC-5C51-AE01-57A3-60E950568C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DE46B1-11E3-9DA2-9012-709ECD70E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F30D4-5DD8-47B7-BEF4-C4585D842C10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CFA2A7-2446-DC80-17CB-E0DF0DA15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D5EB1E-E0EC-4D16-3554-56C8D4E37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EE30C-9F38-4FD5-B8AA-F1944A63D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1180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4A6BF-8626-31BB-68F6-5BC96D617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34E984-6435-8E8C-1395-42EC782EA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A3A9BC-C648-AD7D-BE5E-92BE709A0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F30D4-5DD8-47B7-BEF4-C4585D842C10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18440C-727A-8E85-6FBB-6DB291991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930C09-B546-301C-0517-40A6A18ED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EE30C-9F38-4FD5-B8AA-F1944A63D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118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3414D-FC5C-D98A-6247-5D672A9CB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A27EB4-2E72-B52A-732A-37FD73FC1E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F1F67A-CC7E-026A-691F-C5E36A826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F30D4-5DD8-47B7-BEF4-C4585D842C10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BA1FF2-AC79-690D-9796-CCA712F10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7C783B-CA70-76E1-C446-F33562BD1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EE30C-9F38-4FD5-B8AA-F1944A63D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1485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40086-269D-7A5C-0112-5B5989060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36F699-2217-DCE5-CDA2-5592CA8965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BE535B-A745-B4DD-849B-496C7D0822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FAE5FC-C161-096E-5916-F983E3AD7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F30D4-5DD8-47B7-BEF4-C4585D842C10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555064-044E-7381-3FC5-B17C6207F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07478B-EC51-6C85-1917-A4C172BC7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EE30C-9F38-4FD5-B8AA-F1944A63D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4627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74028-4522-EA69-83C5-309EEAC85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316208-D060-2713-5AE4-5C772CF2CF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2857CF-5482-5B03-D1C8-AA780479FB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118805-8300-8F7C-3A80-9A7CAFD50F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A65BF1-DCCE-8808-AC09-F6D319F438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88D860-4717-AD34-F52B-1E7699709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F30D4-5DD8-47B7-BEF4-C4585D842C10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957A6A-85E2-A54D-83FE-CDEDCF6A0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052C65-122B-1545-8D00-470ADFF9E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EE30C-9F38-4FD5-B8AA-F1944A63D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013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526CD-7CF6-C38D-2286-5C988F9D4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2B7073-654B-57C6-B68D-1CC9E0DDD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F30D4-5DD8-47B7-BEF4-C4585D842C10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4AD77F-AF1F-43D3-F072-0ACC70CAD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263432-BAA9-DD9C-D967-B8C5CB901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EE30C-9F38-4FD5-B8AA-F1944A63D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795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3521AC-2275-4DAA-2AC3-EDE49A35A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F30D4-5DD8-47B7-BEF4-C4585D842C10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0F3753-0857-4893-D578-1EEED4543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9C3284-ED9F-6390-FFE1-5D7596F64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EE30C-9F38-4FD5-B8AA-F1944A63D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721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5E07C-7F57-87D2-B34E-790D3AB84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F45467-0EDA-5EAD-D911-C1DA7C83C1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4D43EE-C1CF-80C7-44BD-CE23D17F5B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6B8409-CED1-0E59-A62A-189ACBD19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F30D4-5DD8-47B7-BEF4-C4585D842C10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C16CF9-5A9F-B77C-5BD3-6624178F7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C960CE-2FEA-0943-DD82-F6AB2B5E8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EE30C-9F38-4FD5-B8AA-F1944A63D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180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5E550-E2AF-A231-D0DF-D547F5C46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4D9F18-893C-6E33-6233-46351DC563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DB4D2B-6B31-4168-6151-28A1F376ED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92765B-8049-EC44-5D39-4CCA2BDBB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F30D4-5DD8-47B7-BEF4-C4585D842C10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A7565-C07B-569F-969A-509002CB4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D7593D-C954-1353-C0B6-38B0C4B5D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EE30C-9F38-4FD5-B8AA-F1944A63D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143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2097D-2330-AC9A-4A50-C55FB794F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C2E78F-B662-E989-1CCD-17035CDBAC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290F7F-E35C-95FB-074E-41A77B4EB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F30D4-5DD8-47B7-BEF4-C4585D842C10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1FB731-0068-E5E4-B45D-F4B044703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7AEC63-9FC8-CA99-F084-D537F7576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EE30C-9F38-4FD5-B8AA-F1944A63D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10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4E7FC1-F8D3-E539-7A3B-0F3C91DE6B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0B00A6-E510-FF8B-D249-8F982F0FA0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2DA634-BAEF-4813-D81A-A5467732D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F30D4-5DD8-47B7-BEF4-C4585D842C10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598DED-B79D-0D16-D0C3-EE2C4C800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833167-C7F8-C18E-CFE6-90AAC3442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EE30C-9F38-4FD5-B8AA-F1944A63D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1995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754049-1436-FCBE-92F6-95D718DF8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BC46DB-FD56-49EA-8CCA-C48433B99C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E47B51-2187-F085-7F45-4C9ED2A987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1F30D4-5DD8-47B7-BEF4-C4585D842C10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9DF366-58D0-D3EA-AF05-9476D4C71B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95AC90-21BB-85CF-172B-6F5EC7A29E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9EE30C-9F38-4FD5-B8AA-F1944A63D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166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8A0AADA-6D59-A26C-A4E2-FAD25A8FE835}"/>
              </a:ext>
            </a:extLst>
          </p:cNvPr>
          <p:cNvPicPr>
            <a:picLocks/>
          </p:cNvPicPr>
          <p:nvPr/>
        </p:nvPicPr>
        <p:blipFill>
          <a:blip r:embed="rId2"/>
          <a:srcRect l="939" t="1728" r="23267" b="42433"/>
          <a:stretch>
            <a:fillRect/>
          </a:stretch>
        </p:blipFill>
        <p:spPr>
          <a:xfrm>
            <a:off x="336867" y="201001"/>
            <a:ext cx="11609499" cy="6232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21430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Priscilla Aihoon</dc:creator>
  <cp:lastModifiedBy>Priscilla Aihoon</cp:lastModifiedBy>
  <cp:revision>1</cp:revision>
  <dcterms:created xsi:type="dcterms:W3CDTF">2025-11-25T00:04:48Z</dcterms:created>
  <dcterms:modified xsi:type="dcterms:W3CDTF">2025-11-25T00:06:19Z</dcterms:modified>
</cp:coreProperties>
</file>